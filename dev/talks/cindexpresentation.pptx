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4" d="100"/>
          <a:sy n="104" d="100"/>
        </p:scale>
        <p:origin x="232" y="5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7FB9576-21AD-CA47-BEEA-6E7542CA5B62}" type="datetimeFigureOut">
              <a:rPr lang="en-US" smtClean="0"/>
              <a:t>9/18/26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11085-39D9-6A44-A50C-871C0B7F13F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068860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2880" y="5176159"/>
            <a:ext cx="11640312" cy="845493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sz="44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0313" y="5980176"/>
            <a:ext cx="11612880" cy="530352"/>
          </a:xfrm>
        </p:spPr>
        <p:txBody>
          <a:bodyPr vert="horz" lIns="91440" tIns="45720" rIns="91440" bIns="45720" rtlCol="0">
            <a:normAutofit/>
          </a:bodyPr>
          <a:lstStyle>
            <a:lvl1pPr marL="0" indent="0">
              <a:buNone/>
              <a:defRPr lang="en-US" sz="16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150AF6FA-7D1D-1351-A76E-43C54D28FD68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66700"/>
            <a:ext cx="11649456" cy="4853814"/>
          </a:xfrm>
          <a:custGeom>
            <a:avLst/>
            <a:gdLst>
              <a:gd name="connsiteX0" fmla="*/ 291520 w 11651080"/>
              <a:gd name="connsiteY0" fmla="*/ 0 h 4853814"/>
              <a:gd name="connsiteX1" fmla="*/ 11359560 w 11651080"/>
              <a:gd name="connsiteY1" fmla="*/ 0 h 4853814"/>
              <a:gd name="connsiteX2" fmla="*/ 11651080 w 11651080"/>
              <a:gd name="connsiteY2" fmla="*/ 291520 h 4853814"/>
              <a:gd name="connsiteX3" fmla="*/ 11651080 w 11651080"/>
              <a:gd name="connsiteY3" fmla="*/ 4562294 h 4853814"/>
              <a:gd name="connsiteX4" fmla="*/ 11359560 w 11651080"/>
              <a:gd name="connsiteY4" fmla="*/ 4853814 h 4853814"/>
              <a:gd name="connsiteX5" fmla="*/ 291520 w 11651080"/>
              <a:gd name="connsiteY5" fmla="*/ 4853814 h 4853814"/>
              <a:gd name="connsiteX6" fmla="*/ 0 w 11651080"/>
              <a:gd name="connsiteY6" fmla="*/ 4562294 h 4853814"/>
              <a:gd name="connsiteX7" fmla="*/ 0 w 11651080"/>
              <a:gd name="connsiteY7" fmla="*/ 291520 h 4853814"/>
              <a:gd name="connsiteX8" fmla="*/ 291520 w 11651080"/>
              <a:gd name="connsiteY8" fmla="*/ 0 h 48538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4853814">
                <a:moveTo>
                  <a:pt x="291520" y="0"/>
                </a:moveTo>
                <a:lnTo>
                  <a:pt x="11359560" y="0"/>
                </a:lnTo>
                <a:cubicBezTo>
                  <a:pt x="11520562" y="0"/>
                  <a:pt x="11651080" y="130518"/>
                  <a:pt x="11651080" y="291520"/>
                </a:cubicBezTo>
                <a:lnTo>
                  <a:pt x="11651080" y="4562294"/>
                </a:lnTo>
                <a:cubicBezTo>
                  <a:pt x="11651080" y="4723296"/>
                  <a:pt x="11520562" y="4853814"/>
                  <a:pt x="11359560" y="4853814"/>
                </a:cubicBezTo>
                <a:lnTo>
                  <a:pt x="291520" y="4853814"/>
                </a:lnTo>
                <a:cubicBezTo>
                  <a:pt x="130518" y="4853814"/>
                  <a:pt x="0" y="4723296"/>
                  <a:pt x="0" y="4562294"/>
                </a:cubicBezTo>
                <a:lnTo>
                  <a:pt x="0" y="291520"/>
                </a:lnTo>
                <a:cubicBezTo>
                  <a:pt x="0" y="130518"/>
                  <a:pt x="130518" y="0"/>
                  <a:pt x="291520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91657"/>
            <a:ext cx="2805405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8137848" y="6391657"/>
            <a:ext cx="3494314" cy="330466"/>
          </a:xfrm>
        </p:spPr>
        <p:txBody>
          <a:bodyPr/>
          <a:lstStyle>
            <a:lvl1pPr algn="r"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632162" y="6391657"/>
            <a:ext cx="429207" cy="330466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2045886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2160">
          <p15:clr>
            <a:srgbClr val="FBAE40"/>
          </p15:clr>
        </p15:guide>
        <p15:guide id="2" pos="3840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2DD052-3E45-E789-01F8-33250024ECB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72122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with Picture 2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660262" y="208754"/>
            <a:ext cx="4066072" cy="3725937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defRPr lang="en-US" sz="5000" dirty="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668729" y="4846320"/>
            <a:ext cx="4066072" cy="1380744"/>
          </a:xfrm>
        </p:spPr>
        <p:txBody>
          <a:bodyPr vert="horz" lIns="91440" tIns="45720" rIns="91440" bIns="45720" rtlCol="0" anchor="b">
            <a:normAutofit/>
          </a:bodyPr>
          <a:lstStyle>
            <a:lvl1pPr marL="0" indent="0">
              <a:buNone/>
              <a:defRPr lang="en-US" sz="1600">
                <a:solidFill>
                  <a:schemeClr val="tx2"/>
                </a:solidFill>
              </a:defRPr>
            </a:lvl1pPr>
          </a:lstStyle>
          <a:p>
            <a:pPr lvl="0"/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12" name="Picture Placeholder 11">
            <a:extLst>
              <a:ext uri="{FF2B5EF4-FFF2-40B4-BE49-F238E27FC236}">
                <a16:creationId xmlns:a16="http://schemas.microsoft.com/office/drawing/2014/main" id="{7A934108-77F2-43A6-38EF-C1CDEDD103C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6699"/>
            <a:ext cx="7238998" cy="6322891"/>
          </a:xfrm>
          <a:custGeom>
            <a:avLst/>
            <a:gdLst>
              <a:gd name="connsiteX0" fmla="*/ 291359 w 7238998"/>
              <a:gd name="connsiteY0" fmla="*/ 0 h 6322891"/>
              <a:gd name="connsiteX1" fmla="*/ 6947639 w 7238998"/>
              <a:gd name="connsiteY1" fmla="*/ 0 h 6322891"/>
              <a:gd name="connsiteX2" fmla="*/ 7238998 w 7238998"/>
              <a:gd name="connsiteY2" fmla="*/ 291359 h 6322891"/>
              <a:gd name="connsiteX3" fmla="*/ 7238998 w 7238998"/>
              <a:gd name="connsiteY3" fmla="*/ 6031532 h 6322891"/>
              <a:gd name="connsiteX4" fmla="*/ 6947639 w 7238998"/>
              <a:gd name="connsiteY4" fmla="*/ 6322891 h 6322891"/>
              <a:gd name="connsiteX5" fmla="*/ 291359 w 7238998"/>
              <a:gd name="connsiteY5" fmla="*/ 6322891 h 6322891"/>
              <a:gd name="connsiteX6" fmla="*/ 0 w 7238998"/>
              <a:gd name="connsiteY6" fmla="*/ 6031532 h 6322891"/>
              <a:gd name="connsiteX7" fmla="*/ 0 w 7238998"/>
              <a:gd name="connsiteY7" fmla="*/ 291359 h 6322891"/>
              <a:gd name="connsiteX8" fmla="*/ 291359 w 7238998"/>
              <a:gd name="connsiteY8" fmla="*/ 0 h 632289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38998" h="6322891">
                <a:moveTo>
                  <a:pt x="291359" y="0"/>
                </a:moveTo>
                <a:lnTo>
                  <a:pt x="6947639" y="0"/>
                </a:lnTo>
                <a:cubicBezTo>
                  <a:pt x="7108552" y="0"/>
                  <a:pt x="7238998" y="130446"/>
                  <a:pt x="7238998" y="291359"/>
                </a:cubicBezTo>
                <a:lnTo>
                  <a:pt x="7238998" y="6031532"/>
                </a:lnTo>
                <a:cubicBezTo>
                  <a:pt x="7238998" y="6192445"/>
                  <a:pt x="7108552" y="6322891"/>
                  <a:pt x="6947639" y="6322891"/>
                </a:cubicBezTo>
                <a:lnTo>
                  <a:pt x="291359" y="6322891"/>
                </a:lnTo>
                <a:cubicBezTo>
                  <a:pt x="130446" y="6322891"/>
                  <a:pt x="0" y="6192445"/>
                  <a:pt x="0" y="6031532"/>
                </a:cubicBezTo>
                <a:lnTo>
                  <a:pt x="0" y="291359"/>
                </a:lnTo>
                <a:cubicBezTo>
                  <a:pt x="0" y="130446"/>
                  <a:pt x="130446" y="0"/>
                  <a:pt x="291359" y="0"/>
                </a:cubicBezTo>
                <a:close/>
              </a:path>
            </a:pathLst>
          </a:custGeom>
          <a:blipFill dpi="0" rotWithShape="1">
            <a:blip r:embed="rId2">
              <a:alphaModFix amt="7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666481" y="639165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639165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  <a:effectLst/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6388837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231871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336E9A-8E96-CD8C-7598-F87632CD81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1529542"/>
            <a:ext cx="8154804" cy="2323883"/>
          </a:xfrm>
        </p:spPr>
        <p:txBody>
          <a:bodyPr anchor="b">
            <a:normAutofit/>
          </a:bodyPr>
          <a:lstStyle>
            <a:lvl1pPr algn="ctr">
              <a:defRPr sz="54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BDC76B8-60F6-62D3-9F73-E816622030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4053504"/>
            <a:ext cx="5970570" cy="107267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>
                <a:solidFill>
                  <a:schemeClr val="tx2"/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B407A58-3351-E479-1A0C-2FF49FA427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E2DAFA-435E-AAF9-8B67-495E5AFDCD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789E10-2433-2ECB-9C92-571B583A4C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1960759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92EA34-13CC-54C1-DE3D-4F1D5D55C9A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7729" y="3200400"/>
            <a:ext cx="9002895" cy="3582184"/>
          </a:xfrm>
        </p:spPr>
        <p:txBody>
          <a:bodyPr anchor="b">
            <a:normAutofit/>
          </a:bodyPr>
          <a:lstStyle>
            <a:lvl1pPr>
              <a:defRPr sz="6900">
                <a:solidFill>
                  <a:schemeClr val="tx2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1849E7-8E94-3B02-239C-AAB481596B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141216"/>
            <a:ext cx="2703777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F845713-EE4C-7615-B812-531C14CF0CA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477500" y="141216"/>
            <a:ext cx="1032084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644BD7-C050-D052-8408-65ADAAF674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4" y="141216"/>
            <a:ext cx="457200" cy="338328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29439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3815" y="189689"/>
            <a:ext cx="11341905" cy="1629485"/>
          </a:xfrm>
        </p:spPr>
        <p:txBody>
          <a:bodyPr anchor="t">
            <a:normAutofit/>
          </a:bodyPr>
          <a:lstStyle>
            <a:lvl1pPr>
              <a:defRPr sz="7600" baseline="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6096000" y="2362200"/>
            <a:ext cx="5829300" cy="3810000"/>
          </a:xfrm>
        </p:spPr>
        <p:txBody>
          <a:bodyPr vert="horz" lIns="91440" tIns="45720" rIns="91440" bIns="45720" rtlCol="0" anchor="b">
            <a:normAutofit/>
          </a:bodyPr>
          <a:lstStyle>
            <a:lvl1pPr marL="457200" indent="-457200">
              <a:buFont typeface="+mj-lt"/>
              <a:buAutoNum type="arabicPeriod"/>
              <a:defRPr lang="en-US" sz="1600" dirty="0"/>
            </a:lvl1pPr>
            <a:lvl2pPr marL="571500" indent="-342900">
              <a:buFont typeface="+mj-lt"/>
              <a:buAutoNum type="arabicPeriod"/>
              <a:defRPr lang="en-US" sz="1600" dirty="0"/>
            </a:lvl2pPr>
            <a:lvl3pPr marL="800100" indent="-342900">
              <a:buFont typeface="+mj-lt"/>
              <a:buAutoNum type="arabicPeriod"/>
              <a:defRPr lang="en-US" sz="1600" dirty="0"/>
            </a:lvl3pPr>
            <a:lvl4pPr>
              <a:buFont typeface="+mj-lt"/>
              <a:buAutoNum type="arabicPeriod"/>
              <a:defRPr lang="en-US" sz="1600" dirty="0"/>
            </a:lvl4pPr>
            <a:lvl5pPr>
              <a:buFont typeface="+mj-lt"/>
              <a:buAutoNum type="arabicPeriod"/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0370677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genda with Pictu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E4019F8-742E-9EEF-F591-C9666AC32A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4061862"/>
            <a:ext cx="5913120" cy="2268359"/>
          </a:xfrm>
        </p:spPr>
        <p:txBody>
          <a:bodyPr anchor="t">
            <a:normAutofit/>
          </a:bodyPr>
          <a:lstStyle>
            <a:lvl1pPr>
              <a:defRPr sz="58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6" name="Picture Placeholder 15">
            <a:extLst>
              <a:ext uri="{FF2B5EF4-FFF2-40B4-BE49-F238E27FC236}">
                <a16:creationId xmlns:a16="http://schemas.microsoft.com/office/drawing/2014/main" id="{F88BC23C-4171-DFCF-3175-10D2602FF561}"/>
              </a:ext>
            </a:extLst>
          </p:cNvPr>
          <p:cNvSpPr>
            <a:spLocks noGrp="1"/>
          </p:cNvSpPr>
          <p:nvPr>
            <p:ph type="pic" sz="quarter" idx="14" hasCustomPrompt="1"/>
          </p:nvPr>
        </p:nvSpPr>
        <p:spPr>
          <a:xfrm>
            <a:off x="274320" y="268508"/>
            <a:ext cx="11649456" cy="3609085"/>
          </a:xfrm>
          <a:custGeom>
            <a:avLst/>
            <a:gdLst>
              <a:gd name="connsiteX0" fmla="*/ 283385 w 11658600"/>
              <a:gd name="connsiteY0" fmla="*/ 0 h 3609085"/>
              <a:gd name="connsiteX1" fmla="*/ 11375215 w 11658600"/>
              <a:gd name="connsiteY1" fmla="*/ 0 h 3609085"/>
              <a:gd name="connsiteX2" fmla="*/ 11658600 w 11658600"/>
              <a:gd name="connsiteY2" fmla="*/ 283385 h 3609085"/>
              <a:gd name="connsiteX3" fmla="*/ 11658600 w 11658600"/>
              <a:gd name="connsiteY3" fmla="*/ 3325700 h 3609085"/>
              <a:gd name="connsiteX4" fmla="*/ 11375215 w 11658600"/>
              <a:gd name="connsiteY4" fmla="*/ 3609085 h 3609085"/>
              <a:gd name="connsiteX5" fmla="*/ 283385 w 11658600"/>
              <a:gd name="connsiteY5" fmla="*/ 3609085 h 3609085"/>
              <a:gd name="connsiteX6" fmla="*/ 0 w 11658600"/>
              <a:gd name="connsiteY6" fmla="*/ 3325700 h 3609085"/>
              <a:gd name="connsiteX7" fmla="*/ 0 w 11658600"/>
              <a:gd name="connsiteY7" fmla="*/ 283385 h 3609085"/>
              <a:gd name="connsiteX8" fmla="*/ 283385 w 11658600"/>
              <a:gd name="connsiteY8" fmla="*/ 0 h 36090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8600" h="3609085">
                <a:moveTo>
                  <a:pt x="283385" y="0"/>
                </a:moveTo>
                <a:lnTo>
                  <a:pt x="11375215" y="0"/>
                </a:lnTo>
                <a:cubicBezTo>
                  <a:pt x="11531724" y="0"/>
                  <a:pt x="11658600" y="126876"/>
                  <a:pt x="11658600" y="283385"/>
                </a:cubicBezTo>
                <a:lnTo>
                  <a:pt x="11658600" y="3325700"/>
                </a:lnTo>
                <a:cubicBezTo>
                  <a:pt x="11658600" y="3482209"/>
                  <a:pt x="11531724" y="3609085"/>
                  <a:pt x="11375215" y="3609085"/>
                </a:cubicBezTo>
                <a:lnTo>
                  <a:pt x="283385" y="3609085"/>
                </a:lnTo>
                <a:cubicBezTo>
                  <a:pt x="126876" y="3609085"/>
                  <a:pt x="0" y="3482209"/>
                  <a:pt x="0" y="3325700"/>
                </a:cubicBezTo>
                <a:lnTo>
                  <a:pt x="0" y="283385"/>
                </a:lnTo>
                <a:cubicBezTo>
                  <a:pt x="0" y="126876"/>
                  <a:pt x="126876" y="0"/>
                  <a:pt x="283385" y="0"/>
                </a:cubicBezTo>
                <a:close/>
              </a:path>
            </a:pathLst>
          </a:custGeom>
          <a:blipFill>
            <a:blip r:embed="rId2">
              <a:alphaModFix amt="60000"/>
            </a:blip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 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28C8B19A-6FC1-2B71-0BFB-9274CBF396B9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7515973" y="4039118"/>
            <a:ext cx="4419601" cy="2268360"/>
          </a:xfrm>
        </p:spPr>
        <p:txBody>
          <a:bodyPr vert="horz" lIns="91440" tIns="45720" rIns="91440" bIns="45720" rtlCol="0">
            <a:normAutofit/>
          </a:bodyPr>
          <a:lstStyle>
            <a:lvl1pPr marL="342900" indent="-342900">
              <a:buFont typeface="+mj-lt"/>
              <a:buAutoNum type="arabicPeriod"/>
              <a:defRPr lang="en-US" sz="1400" dirty="0"/>
            </a:lvl1pPr>
            <a:lvl2pPr marL="571500" indent="-342900">
              <a:buFont typeface="+mj-lt"/>
              <a:buAutoNum type="arabicPeriod"/>
              <a:defRPr lang="en-US" sz="1400" dirty="0"/>
            </a:lvl2pPr>
            <a:lvl3pPr marL="800100" indent="-342900">
              <a:buFont typeface="+mj-lt"/>
              <a:buAutoNum type="arabicPeriod"/>
              <a:defRPr lang="en-US" sz="1400" dirty="0"/>
            </a:lvl3pPr>
            <a:lvl4pPr>
              <a:buFont typeface="+mj-lt"/>
              <a:buAutoNum type="arabicPeriod"/>
              <a:defRPr lang="en-US" sz="1400" dirty="0"/>
            </a:lvl4pPr>
            <a:lvl5pPr>
              <a:buFont typeface="+mj-lt"/>
              <a:buAutoNum type="arabicPeriod"/>
              <a:defRPr lang="en-US" sz="1400" dirty="0"/>
            </a:lvl5pPr>
          </a:lstStyle>
          <a:p>
            <a:pPr marL="228600" lvl="0" indent="-228600"/>
            <a:r>
              <a:rPr lang="en-GB"/>
              <a:t>Click to edit Master text styles</a:t>
            </a:r>
          </a:p>
          <a:p>
            <a:pPr marL="228600" lvl="1" indent="-228600"/>
            <a:r>
              <a:rPr lang="en-GB"/>
              <a:t>Second level</a:t>
            </a:r>
          </a:p>
          <a:p>
            <a:pPr marL="228600" lvl="2" indent="-228600"/>
            <a:r>
              <a:rPr lang="en-GB"/>
              <a:t>Third level</a:t>
            </a:r>
          </a:p>
          <a:p>
            <a:pPr marL="228600" lvl="3" indent="-228600"/>
            <a:r>
              <a:rPr lang="en-GB"/>
              <a:t>Fourth level</a:t>
            </a:r>
          </a:p>
          <a:p>
            <a:pPr marL="228600" lvl="4" indent="-228600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B12CFE6-D05E-5478-B3A4-81DC4DCD74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7737"/>
            <a:ext cx="2703777" cy="338328"/>
          </a:xfrm>
        </p:spPr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CC77F2D-39D2-22F7-CF0B-39D63EBF00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26B86D3-24E1-029E-BA22-9F17F9517D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464133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25131" y="1638299"/>
            <a:ext cx="3314700" cy="3873268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FFB4667A-FE47-8556-FD3A-55FDBA801D7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901019" y="1638299"/>
            <a:ext cx="6080760" cy="3873267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56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310394" cy="4058127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6F072A2-EBC7-B7EA-DA98-BAC0AA46E7A4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972674" y="266700"/>
            <a:ext cx="7688495" cy="6047836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503340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919525" y="219456"/>
            <a:ext cx="6376547" cy="1066006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C455FC9-9346-2F53-C58C-5C64036CD9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4419600" cy="6325969"/>
          </a:xfrm>
          <a:custGeom>
            <a:avLst/>
            <a:gdLst>
              <a:gd name="connsiteX0" fmla="*/ 300746 w 4381500"/>
              <a:gd name="connsiteY0" fmla="*/ 0 h 6290961"/>
              <a:gd name="connsiteX1" fmla="*/ 4080754 w 4381500"/>
              <a:gd name="connsiteY1" fmla="*/ 0 h 6290961"/>
              <a:gd name="connsiteX2" fmla="*/ 4381500 w 4381500"/>
              <a:gd name="connsiteY2" fmla="*/ 300746 h 6290961"/>
              <a:gd name="connsiteX3" fmla="*/ 4381500 w 4381500"/>
              <a:gd name="connsiteY3" fmla="*/ 5990215 h 6290961"/>
              <a:gd name="connsiteX4" fmla="*/ 4080754 w 4381500"/>
              <a:gd name="connsiteY4" fmla="*/ 6290961 h 6290961"/>
              <a:gd name="connsiteX5" fmla="*/ 300746 w 4381500"/>
              <a:gd name="connsiteY5" fmla="*/ 6290961 h 6290961"/>
              <a:gd name="connsiteX6" fmla="*/ 0 w 4381500"/>
              <a:gd name="connsiteY6" fmla="*/ 5990215 h 6290961"/>
              <a:gd name="connsiteX7" fmla="*/ 0 w 4381500"/>
              <a:gd name="connsiteY7" fmla="*/ 300746 h 6290961"/>
              <a:gd name="connsiteX8" fmla="*/ 300746 w 4381500"/>
              <a:gd name="connsiteY8" fmla="*/ 0 h 629096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4381500" h="6290961">
                <a:moveTo>
                  <a:pt x="300746" y="0"/>
                </a:moveTo>
                <a:lnTo>
                  <a:pt x="4080754" y="0"/>
                </a:lnTo>
                <a:cubicBezTo>
                  <a:pt x="4246851" y="0"/>
                  <a:pt x="4381500" y="134649"/>
                  <a:pt x="4381500" y="300746"/>
                </a:cubicBezTo>
                <a:lnTo>
                  <a:pt x="4381500" y="5990215"/>
                </a:lnTo>
                <a:cubicBezTo>
                  <a:pt x="4381500" y="6156312"/>
                  <a:pt x="4246851" y="6290961"/>
                  <a:pt x="4080754" y="6290961"/>
                </a:cubicBezTo>
                <a:lnTo>
                  <a:pt x="300746" y="6290961"/>
                </a:lnTo>
                <a:cubicBezTo>
                  <a:pt x="134649" y="6290961"/>
                  <a:pt x="0" y="6156312"/>
                  <a:pt x="0" y="5990215"/>
                </a:cubicBezTo>
                <a:lnTo>
                  <a:pt x="0" y="300746"/>
                </a:lnTo>
                <a:cubicBezTo>
                  <a:pt x="0" y="134649"/>
                  <a:pt x="134649" y="0"/>
                  <a:pt x="3007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919526" y="1285462"/>
            <a:ext cx="6376546" cy="4986355"/>
          </a:xfrm>
        </p:spPr>
        <p:txBody>
          <a:bodyPr anchor="b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919526" y="6387737"/>
            <a:ext cx="2703777" cy="338328"/>
          </a:xfrm>
        </p:spPr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785530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88702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20" name="Picture Placeholder 9">
            <a:extLst>
              <a:ext uri="{FF2B5EF4-FFF2-40B4-BE49-F238E27FC236}">
                <a16:creationId xmlns:a16="http://schemas.microsoft.com/office/drawing/2014/main" id="{FC55F3DB-E75F-ADDF-8222-D3F62F2CCE8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320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4 h 6320854"/>
              <a:gd name="connsiteX10" fmla="*/ 105939 w 3675888"/>
              <a:gd name="connsiteY10" fmla="*/ 6252721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7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4"/>
                </a:lnTo>
                <a:lnTo>
                  <a:pt x="105939" y="6252721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7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4188702" y="1143000"/>
            <a:ext cx="7241298" cy="5239512"/>
          </a:xfrm>
        </p:spPr>
        <p:txBody>
          <a:bodyPr anchor="b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188702" y="6382981"/>
            <a:ext cx="2703777" cy="338328"/>
          </a:xfrm>
        </p:spPr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5276878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7241297" cy="923544"/>
          </a:xfrm>
        </p:spPr>
        <p:txBody>
          <a:bodyPr anchor="t"/>
          <a:lstStyle>
            <a:lvl1pPr>
              <a:defRPr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818B74D6-CD72-B859-C229-60DB988B25E3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2880" y="1143000"/>
            <a:ext cx="7241298" cy="5239512"/>
          </a:xfrm>
        </p:spPr>
        <p:txBody>
          <a:bodyPr anchor="b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2880" y="6382981"/>
            <a:ext cx="2703777" cy="338328"/>
          </a:xfrm>
        </p:spPr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392093" y="6387128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424177" y="6387128"/>
            <a:ext cx="457200" cy="338328"/>
          </a:xfrm>
        </p:spPr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9">
            <a:extLst>
              <a:ext uri="{FF2B5EF4-FFF2-40B4-BE49-F238E27FC236}">
                <a16:creationId xmlns:a16="http://schemas.microsoft.com/office/drawing/2014/main" id="{F47C8A4F-E753-8148-3650-49C421EB5479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8249412" y="268573"/>
            <a:ext cx="3675888" cy="6327648"/>
          </a:xfrm>
          <a:custGeom>
            <a:avLst/>
            <a:gdLst>
              <a:gd name="connsiteX0" fmla="*/ 301545 w 3675888"/>
              <a:gd name="connsiteY0" fmla="*/ 0 h 6320854"/>
              <a:gd name="connsiteX1" fmla="*/ 3375347 w 3675888"/>
              <a:gd name="connsiteY1" fmla="*/ 0 h 6320854"/>
              <a:gd name="connsiteX2" fmla="*/ 3675888 w 3675888"/>
              <a:gd name="connsiteY2" fmla="*/ 300541 h 6320854"/>
              <a:gd name="connsiteX3" fmla="*/ 3675888 w 3675888"/>
              <a:gd name="connsiteY3" fmla="*/ 6025428 h 6320854"/>
              <a:gd name="connsiteX4" fmla="*/ 3492331 w 3675888"/>
              <a:gd name="connsiteY4" fmla="*/ 6302351 h 6320854"/>
              <a:gd name="connsiteX5" fmla="*/ 3400682 w 3675888"/>
              <a:gd name="connsiteY5" fmla="*/ 6320854 h 6320854"/>
              <a:gd name="connsiteX6" fmla="*/ 275206 w 3675888"/>
              <a:gd name="connsiteY6" fmla="*/ 6320854 h 6320854"/>
              <a:gd name="connsiteX7" fmla="*/ 186647 w 3675888"/>
              <a:gd name="connsiteY7" fmla="*/ 6302975 h 6320854"/>
              <a:gd name="connsiteX8" fmla="*/ 184171 w 3675888"/>
              <a:gd name="connsiteY8" fmla="*/ 6302204 h 6320854"/>
              <a:gd name="connsiteX9" fmla="*/ 114619 w 3675888"/>
              <a:gd name="connsiteY9" fmla="*/ 6259883 h 6320854"/>
              <a:gd name="connsiteX10" fmla="*/ 105939 w 3675888"/>
              <a:gd name="connsiteY10" fmla="*/ 6252722 h 6320854"/>
              <a:gd name="connsiteX11" fmla="*/ 51500 w 3675888"/>
              <a:gd name="connsiteY11" fmla="*/ 6192635 h 6320854"/>
              <a:gd name="connsiteX12" fmla="*/ 16622 w 3675888"/>
              <a:gd name="connsiteY12" fmla="*/ 6119873 h 6320854"/>
              <a:gd name="connsiteX13" fmla="*/ 12538 w 3675888"/>
              <a:gd name="connsiteY13" fmla="*/ 6106716 h 6320854"/>
              <a:gd name="connsiteX14" fmla="*/ 0 w 3675888"/>
              <a:gd name="connsiteY14" fmla="*/ 6023550 h 6320854"/>
              <a:gd name="connsiteX15" fmla="*/ 0 w 3675888"/>
              <a:gd name="connsiteY15" fmla="*/ 302420 h 6320854"/>
              <a:gd name="connsiteX16" fmla="*/ 301545 w 3675888"/>
              <a:gd name="connsiteY16" fmla="*/ 0 h 632085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3675888" h="6320854">
                <a:moveTo>
                  <a:pt x="301545" y="0"/>
                </a:moveTo>
                <a:lnTo>
                  <a:pt x="3375347" y="0"/>
                </a:lnTo>
                <a:cubicBezTo>
                  <a:pt x="3541331" y="0"/>
                  <a:pt x="3675888" y="134557"/>
                  <a:pt x="3675888" y="300541"/>
                </a:cubicBezTo>
                <a:lnTo>
                  <a:pt x="3675888" y="6025428"/>
                </a:lnTo>
                <a:cubicBezTo>
                  <a:pt x="3675888" y="6149916"/>
                  <a:pt x="3600200" y="6256727"/>
                  <a:pt x="3492331" y="6302351"/>
                </a:cubicBezTo>
                <a:lnTo>
                  <a:pt x="3400682" y="6320854"/>
                </a:lnTo>
                <a:lnTo>
                  <a:pt x="275206" y="6320854"/>
                </a:lnTo>
                <a:lnTo>
                  <a:pt x="186647" y="6302975"/>
                </a:lnTo>
                <a:lnTo>
                  <a:pt x="184171" y="6302204"/>
                </a:lnTo>
                <a:lnTo>
                  <a:pt x="114619" y="6259883"/>
                </a:lnTo>
                <a:lnTo>
                  <a:pt x="105939" y="6252722"/>
                </a:lnTo>
                <a:lnTo>
                  <a:pt x="51500" y="6192635"/>
                </a:lnTo>
                <a:lnTo>
                  <a:pt x="16622" y="6119873"/>
                </a:lnTo>
                <a:lnTo>
                  <a:pt x="12538" y="6106716"/>
                </a:lnTo>
                <a:lnTo>
                  <a:pt x="0" y="6023550"/>
                </a:lnTo>
                <a:lnTo>
                  <a:pt x="0" y="302420"/>
                </a:lnTo>
                <a:cubicBezTo>
                  <a:pt x="0" y="135398"/>
                  <a:pt x="135007" y="0"/>
                  <a:pt x="30154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29989844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5" y="219456"/>
            <a:ext cx="4717429" cy="118088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47AED59-1A26-9C13-8482-7857E7DEFE52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5" y="1400344"/>
            <a:ext cx="4729045" cy="4871473"/>
          </a:xfrm>
        </p:spPr>
        <p:txBody>
          <a:bodyPr anchor="b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cindexdecomp - HDS Symposium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3588172" y="6390795"/>
            <a:ext cx="1298784" cy="338328"/>
          </a:xfrm>
        </p:spPr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4886956" y="6390795"/>
            <a:ext cx="457200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00846273-A5CB-BDCB-C625-903F863EC307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5600703" y="266700"/>
            <a:ext cx="6324469" cy="6324600"/>
          </a:xfrm>
          <a:custGeom>
            <a:avLst/>
            <a:gdLst>
              <a:gd name="connsiteX0" fmla="*/ 269395 w 6111507"/>
              <a:gd name="connsiteY0" fmla="*/ 0 h 6172338"/>
              <a:gd name="connsiteX1" fmla="*/ 5842112 w 6111507"/>
              <a:gd name="connsiteY1" fmla="*/ 0 h 6172338"/>
              <a:gd name="connsiteX2" fmla="*/ 6111507 w 6111507"/>
              <a:gd name="connsiteY2" fmla="*/ 268145 h 6172338"/>
              <a:gd name="connsiteX3" fmla="*/ 6111507 w 6111507"/>
              <a:gd name="connsiteY3" fmla="*/ 5904194 h 6172338"/>
              <a:gd name="connsiteX4" fmla="*/ 5842112 w 6111507"/>
              <a:gd name="connsiteY4" fmla="*/ 6172338 h 6172338"/>
              <a:gd name="connsiteX5" fmla="*/ 269395 w 6111507"/>
              <a:gd name="connsiteY5" fmla="*/ 6172338 h 6172338"/>
              <a:gd name="connsiteX6" fmla="*/ 0 w 6111507"/>
              <a:gd name="connsiteY6" fmla="*/ 5904194 h 6172338"/>
              <a:gd name="connsiteX7" fmla="*/ 0 w 6111507"/>
              <a:gd name="connsiteY7" fmla="*/ 268145 h 6172338"/>
              <a:gd name="connsiteX8" fmla="*/ 269395 w 6111507"/>
              <a:gd name="connsiteY8" fmla="*/ 0 h 617233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6111507" h="6172338">
                <a:moveTo>
                  <a:pt x="269395" y="0"/>
                </a:moveTo>
                <a:lnTo>
                  <a:pt x="5842112" y="0"/>
                </a:lnTo>
                <a:cubicBezTo>
                  <a:pt x="5990895" y="0"/>
                  <a:pt x="6111507" y="120052"/>
                  <a:pt x="6111507" y="268145"/>
                </a:cubicBezTo>
                <a:lnTo>
                  <a:pt x="6111507" y="5904194"/>
                </a:lnTo>
                <a:cubicBezTo>
                  <a:pt x="6111507" y="6052286"/>
                  <a:pt x="5990895" y="6172338"/>
                  <a:pt x="5842112" y="6172338"/>
                </a:cubicBezTo>
                <a:lnTo>
                  <a:pt x="269395" y="6172338"/>
                </a:lnTo>
                <a:cubicBezTo>
                  <a:pt x="120612" y="6172338"/>
                  <a:pt x="0" y="6052286"/>
                  <a:pt x="0" y="5904194"/>
                </a:cubicBezTo>
                <a:lnTo>
                  <a:pt x="0" y="268145"/>
                </a:lnTo>
                <a:cubicBezTo>
                  <a:pt x="0" y="120052"/>
                  <a:pt x="120612" y="0"/>
                  <a:pt x="26939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86705308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1" y="220869"/>
            <a:ext cx="3208020" cy="3088635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US"/>
              <a:t>cindexdecomp - HDS Symposium</a:t>
            </a:r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26FEEE5C-15B3-8386-23D3-B6B236C668F2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4686300" y="266700"/>
            <a:ext cx="3500538" cy="6324600"/>
          </a:xfrm>
          <a:custGeom>
            <a:avLst/>
            <a:gdLst>
              <a:gd name="connsiteX0" fmla="*/ 292116 w 3808553"/>
              <a:gd name="connsiteY0" fmla="*/ 0 h 6172200"/>
              <a:gd name="connsiteX1" fmla="*/ 3516437 w 3808553"/>
              <a:gd name="connsiteY1" fmla="*/ 0 h 6172200"/>
              <a:gd name="connsiteX2" fmla="*/ 3808553 w 3808553"/>
              <a:gd name="connsiteY2" fmla="*/ 292116 h 6172200"/>
              <a:gd name="connsiteX3" fmla="*/ 3808553 w 3808553"/>
              <a:gd name="connsiteY3" fmla="*/ 5880084 h 6172200"/>
              <a:gd name="connsiteX4" fmla="*/ 3516437 w 3808553"/>
              <a:gd name="connsiteY4" fmla="*/ 6172200 h 6172200"/>
              <a:gd name="connsiteX5" fmla="*/ 292116 w 3808553"/>
              <a:gd name="connsiteY5" fmla="*/ 6172200 h 6172200"/>
              <a:gd name="connsiteX6" fmla="*/ 0 w 3808553"/>
              <a:gd name="connsiteY6" fmla="*/ 5880084 h 6172200"/>
              <a:gd name="connsiteX7" fmla="*/ 0 w 3808553"/>
              <a:gd name="connsiteY7" fmla="*/ 292116 h 6172200"/>
              <a:gd name="connsiteX8" fmla="*/ 292116 w 3808553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3808553" h="6172200">
                <a:moveTo>
                  <a:pt x="292116" y="0"/>
                </a:moveTo>
                <a:lnTo>
                  <a:pt x="3516437" y="0"/>
                </a:lnTo>
                <a:cubicBezTo>
                  <a:pt x="3677768" y="0"/>
                  <a:pt x="3808553" y="130785"/>
                  <a:pt x="3808553" y="292116"/>
                </a:cubicBezTo>
                <a:lnTo>
                  <a:pt x="3808553" y="5880084"/>
                </a:lnTo>
                <a:cubicBezTo>
                  <a:pt x="3808553" y="6041415"/>
                  <a:pt x="3677768" y="6172200"/>
                  <a:pt x="3516437" y="6172200"/>
                </a:cubicBezTo>
                <a:lnTo>
                  <a:pt x="292116" y="6172200"/>
                </a:lnTo>
                <a:cubicBezTo>
                  <a:pt x="130785" y="6172200"/>
                  <a:pt x="0" y="6041415"/>
                  <a:pt x="0" y="5880084"/>
                </a:cubicBezTo>
                <a:lnTo>
                  <a:pt x="0" y="292116"/>
                </a:lnTo>
                <a:cubicBezTo>
                  <a:pt x="0" y="130785"/>
                  <a:pt x="130785" y="0"/>
                  <a:pt x="29211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07755DB3-9272-8E5E-039F-AC14A2C07898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8461087" y="220870"/>
            <a:ext cx="3200400" cy="6055554"/>
          </a:xfrm>
        </p:spPr>
        <p:txBody>
          <a:bodyPr anchor="b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04930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513755" y="219456"/>
            <a:ext cx="3891435" cy="1225339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B3BE62AC-2855-BB28-0282-25CA658273E5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0473" y="265176"/>
            <a:ext cx="6984636" cy="6327648"/>
          </a:xfrm>
          <a:custGeom>
            <a:avLst/>
            <a:gdLst>
              <a:gd name="connsiteX0" fmla="*/ 302565 w 7228936"/>
              <a:gd name="connsiteY0" fmla="*/ 0 h 6316602"/>
              <a:gd name="connsiteX1" fmla="*/ 6926371 w 7228936"/>
              <a:gd name="connsiteY1" fmla="*/ 0 h 6316602"/>
              <a:gd name="connsiteX2" fmla="*/ 7228936 w 7228936"/>
              <a:gd name="connsiteY2" fmla="*/ 302565 h 6316602"/>
              <a:gd name="connsiteX3" fmla="*/ 7228936 w 7228936"/>
              <a:gd name="connsiteY3" fmla="*/ 6014037 h 6316602"/>
              <a:gd name="connsiteX4" fmla="*/ 6926371 w 7228936"/>
              <a:gd name="connsiteY4" fmla="*/ 6316602 h 6316602"/>
              <a:gd name="connsiteX5" fmla="*/ 302565 w 7228936"/>
              <a:gd name="connsiteY5" fmla="*/ 6316602 h 6316602"/>
              <a:gd name="connsiteX6" fmla="*/ 0 w 7228936"/>
              <a:gd name="connsiteY6" fmla="*/ 6014037 h 6316602"/>
              <a:gd name="connsiteX7" fmla="*/ 0 w 7228936"/>
              <a:gd name="connsiteY7" fmla="*/ 302565 h 6316602"/>
              <a:gd name="connsiteX8" fmla="*/ 302565 w 7228936"/>
              <a:gd name="connsiteY8" fmla="*/ 0 h 63166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228936" h="6316602">
                <a:moveTo>
                  <a:pt x="302565" y="0"/>
                </a:moveTo>
                <a:lnTo>
                  <a:pt x="6926371" y="0"/>
                </a:lnTo>
                <a:cubicBezTo>
                  <a:pt x="7093473" y="0"/>
                  <a:pt x="7228936" y="135463"/>
                  <a:pt x="7228936" y="302565"/>
                </a:cubicBezTo>
                <a:lnTo>
                  <a:pt x="7228936" y="6014037"/>
                </a:lnTo>
                <a:cubicBezTo>
                  <a:pt x="7228936" y="6181139"/>
                  <a:pt x="7093473" y="6316602"/>
                  <a:pt x="6926371" y="6316602"/>
                </a:cubicBezTo>
                <a:lnTo>
                  <a:pt x="302565" y="6316602"/>
                </a:lnTo>
                <a:cubicBezTo>
                  <a:pt x="135463" y="6316602"/>
                  <a:pt x="0" y="6181139"/>
                  <a:pt x="0" y="6014037"/>
                </a:cubicBezTo>
                <a:lnTo>
                  <a:pt x="0" y="302565"/>
                </a:lnTo>
                <a:cubicBezTo>
                  <a:pt x="0" y="135463"/>
                  <a:pt x="135463" y="0"/>
                  <a:pt x="302565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7FF0220E-48F8-B4D9-19DE-7B457C3C221C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7513753" y="1435652"/>
            <a:ext cx="3891435" cy="4833862"/>
          </a:xfrm>
        </p:spPr>
        <p:txBody>
          <a:bodyPr anchor="b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7515079" y="6387128"/>
            <a:ext cx="2703777" cy="338328"/>
          </a:xfrm>
        </p:spPr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42760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54" y="219456"/>
            <a:ext cx="3234982" cy="1577218"/>
          </a:xfrm>
        </p:spPr>
        <p:txBody>
          <a:bodyPr anchor="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6E0D00CE-C191-6DE5-9D82-7EFB59BC37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185854" y="1796675"/>
            <a:ext cx="3234982" cy="447147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5" y="6387128"/>
            <a:ext cx="2095770" cy="338328"/>
          </a:xfrm>
        </p:spPr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206416" y="6390795"/>
            <a:ext cx="1032084" cy="338328"/>
          </a:xfrm>
        </p:spPr>
        <p:txBody>
          <a:bodyPr/>
          <a:lstStyle>
            <a:lvl1pPr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3238500" y="6390795"/>
            <a:ext cx="457200" cy="338328"/>
          </a:xfrm>
        </p:spPr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5B0EC94-28E6-D665-7491-10A308B0B42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3965783" y="265176"/>
            <a:ext cx="7959517" cy="6327648"/>
          </a:xfrm>
          <a:custGeom>
            <a:avLst/>
            <a:gdLst>
              <a:gd name="connsiteX0" fmla="*/ 267246 w 7391400"/>
              <a:gd name="connsiteY0" fmla="*/ 0 h 6172200"/>
              <a:gd name="connsiteX1" fmla="*/ 7124155 w 7391400"/>
              <a:gd name="connsiteY1" fmla="*/ 0 h 6172200"/>
              <a:gd name="connsiteX2" fmla="*/ 7391400 w 7391400"/>
              <a:gd name="connsiteY2" fmla="*/ 266886 h 6172200"/>
              <a:gd name="connsiteX3" fmla="*/ 7391400 w 7391400"/>
              <a:gd name="connsiteY3" fmla="*/ 5905314 h 6172200"/>
              <a:gd name="connsiteX4" fmla="*/ 7124155 w 7391400"/>
              <a:gd name="connsiteY4" fmla="*/ 6172200 h 6172200"/>
              <a:gd name="connsiteX5" fmla="*/ 267246 w 7391400"/>
              <a:gd name="connsiteY5" fmla="*/ 6172200 h 6172200"/>
              <a:gd name="connsiteX6" fmla="*/ 0 w 7391400"/>
              <a:gd name="connsiteY6" fmla="*/ 5905314 h 6172200"/>
              <a:gd name="connsiteX7" fmla="*/ 0 w 7391400"/>
              <a:gd name="connsiteY7" fmla="*/ 266886 h 6172200"/>
              <a:gd name="connsiteX8" fmla="*/ 267246 w 7391400"/>
              <a:gd name="connsiteY8" fmla="*/ 0 h 6172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7391400" h="6172200">
                <a:moveTo>
                  <a:pt x="267246" y="0"/>
                </a:moveTo>
                <a:lnTo>
                  <a:pt x="7124155" y="0"/>
                </a:lnTo>
                <a:cubicBezTo>
                  <a:pt x="7271750" y="0"/>
                  <a:pt x="7391400" y="119489"/>
                  <a:pt x="7391400" y="266886"/>
                </a:cubicBezTo>
                <a:lnTo>
                  <a:pt x="7391400" y="5905314"/>
                </a:lnTo>
                <a:cubicBezTo>
                  <a:pt x="7391400" y="6052711"/>
                  <a:pt x="7271750" y="6172200"/>
                  <a:pt x="7124155" y="6172200"/>
                </a:cubicBezTo>
                <a:lnTo>
                  <a:pt x="267246" y="6172200"/>
                </a:lnTo>
                <a:cubicBezTo>
                  <a:pt x="119650" y="6172200"/>
                  <a:pt x="0" y="6052711"/>
                  <a:pt x="0" y="5905314"/>
                </a:cubicBezTo>
                <a:lnTo>
                  <a:pt x="0" y="266886"/>
                </a:lnTo>
                <a:cubicBezTo>
                  <a:pt x="0" y="119489"/>
                  <a:pt x="119650" y="0"/>
                  <a:pt x="267246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10367181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5878" y="216452"/>
            <a:ext cx="3381587" cy="2213524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62400" y="177492"/>
            <a:ext cx="7962900" cy="2286000"/>
          </a:xfrm>
        </p:spPr>
        <p:txBody>
          <a:bodyPr>
            <a:normAutofit/>
          </a:bodyPr>
          <a:lstStyle>
            <a:lvl1pPr marL="285750" indent="-285750">
              <a:buFont typeface="Arial" panose="020B0604020202020204" pitchFamily="34" charset="0"/>
              <a:buChar char="•"/>
              <a:defRPr sz="1400"/>
            </a:lvl1pPr>
            <a:lvl2pPr marL="514350" indent="-285750">
              <a:buFont typeface="Arial" panose="020B0604020202020204" pitchFamily="34" charset="0"/>
              <a:buChar char="•"/>
              <a:defRPr sz="1400"/>
            </a:lvl2pPr>
            <a:lvl3pPr marL="742950" indent="-285750">
              <a:buFont typeface="Arial" panose="020B0604020202020204" pitchFamily="34" charset="0"/>
              <a:buChar char="•"/>
              <a:defRPr sz="1400"/>
            </a:lvl3pPr>
            <a:lvl4pPr marL="857250" indent="-171450">
              <a:buFont typeface="Arial" panose="020B0604020202020204" pitchFamily="34" charset="0"/>
              <a:buChar char="•"/>
              <a:defRPr sz="1400"/>
            </a:lvl4pPr>
            <a:lvl5pPr marL="1085850" indent="-171450">
              <a:buFont typeface="Arial" panose="020B0604020202020204" pitchFamily="34" charset="0"/>
              <a:buChar char="•"/>
              <a:defRPr sz="140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85878" y="2513464"/>
            <a:ext cx="2805405" cy="338328"/>
          </a:xfrm>
        </p:spPr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10230339" y="2516244"/>
            <a:ext cx="1284010" cy="338328"/>
          </a:xfrm>
        </p:spPr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11509585" y="2513464"/>
            <a:ext cx="449306" cy="338328"/>
          </a:xfrm>
        </p:spPr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EE56056E-3484-D9D0-95D5-818FF4C3C8D6}"/>
              </a:ext>
            </a:extLst>
          </p:cNvPr>
          <p:cNvSpPr>
            <a:spLocks noGrp="1"/>
          </p:cNvSpPr>
          <p:nvPr>
            <p:ph type="pic" sz="quarter" idx="13" hasCustomPrompt="1"/>
          </p:nvPr>
        </p:nvSpPr>
        <p:spPr>
          <a:xfrm>
            <a:off x="274220" y="2935280"/>
            <a:ext cx="11651080" cy="3656020"/>
          </a:xfrm>
          <a:custGeom>
            <a:avLst/>
            <a:gdLst>
              <a:gd name="connsiteX0" fmla="*/ 298989 w 11651080"/>
              <a:gd name="connsiteY0" fmla="*/ 0 h 3656020"/>
              <a:gd name="connsiteX1" fmla="*/ 11352091 w 11651080"/>
              <a:gd name="connsiteY1" fmla="*/ 0 h 3656020"/>
              <a:gd name="connsiteX2" fmla="*/ 11651080 w 11651080"/>
              <a:gd name="connsiteY2" fmla="*/ 298989 h 3656020"/>
              <a:gd name="connsiteX3" fmla="*/ 11651080 w 11651080"/>
              <a:gd name="connsiteY3" fmla="*/ 3357031 h 3656020"/>
              <a:gd name="connsiteX4" fmla="*/ 11352091 w 11651080"/>
              <a:gd name="connsiteY4" fmla="*/ 3656020 h 3656020"/>
              <a:gd name="connsiteX5" fmla="*/ 298989 w 11651080"/>
              <a:gd name="connsiteY5" fmla="*/ 3656020 h 3656020"/>
              <a:gd name="connsiteX6" fmla="*/ 0 w 11651080"/>
              <a:gd name="connsiteY6" fmla="*/ 3357031 h 3656020"/>
              <a:gd name="connsiteX7" fmla="*/ 0 w 11651080"/>
              <a:gd name="connsiteY7" fmla="*/ 298989 h 3656020"/>
              <a:gd name="connsiteX8" fmla="*/ 298989 w 11651080"/>
              <a:gd name="connsiteY8" fmla="*/ 0 h 36560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11651080" h="3656020">
                <a:moveTo>
                  <a:pt x="298989" y="0"/>
                </a:moveTo>
                <a:lnTo>
                  <a:pt x="11352091" y="0"/>
                </a:lnTo>
                <a:cubicBezTo>
                  <a:pt x="11517218" y="0"/>
                  <a:pt x="11651080" y="133862"/>
                  <a:pt x="11651080" y="298989"/>
                </a:cubicBezTo>
                <a:lnTo>
                  <a:pt x="11651080" y="3357031"/>
                </a:lnTo>
                <a:cubicBezTo>
                  <a:pt x="11651080" y="3522158"/>
                  <a:pt x="11517218" y="3656020"/>
                  <a:pt x="11352091" y="3656020"/>
                </a:cubicBezTo>
                <a:lnTo>
                  <a:pt x="298989" y="3656020"/>
                </a:lnTo>
                <a:cubicBezTo>
                  <a:pt x="133862" y="3656020"/>
                  <a:pt x="0" y="3522158"/>
                  <a:pt x="0" y="3357031"/>
                </a:cubicBezTo>
                <a:lnTo>
                  <a:pt x="0" y="298989"/>
                </a:lnTo>
                <a:cubicBezTo>
                  <a:pt x="0" y="133862"/>
                  <a:pt x="133862" y="0"/>
                  <a:pt x="29898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809062392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Pictur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3172641" cy="3145019"/>
          </a:xfrm>
        </p:spPr>
        <p:txBody>
          <a:bodyPr anchor="t">
            <a:normAutofit/>
          </a:bodyPr>
          <a:lstStyle>
            <a:lvl1pPr>
              <a:defRPr sz="30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10" name="Picture Placeholder 9">
            <a:extLst>
              <a:ext uri="{FF2B5EF4-FFF2-40B4-BE49-F238E27FC236}">
                <a16:creationId xmlns:a16="http://schemas.microsoft.com/office/drawing/2014/main" id="{A95997E6-BE07-E83F-D207-0CADA004E02A}"/>
              </a:ext>
            </a:extLst>
          </p:cNvPr>
          <p:cNvSpPr>
            <a:spLocks noGrp="1"/>
          </p:cNvSpPr>
          <p:nvPr>
            <p:ph type="pic" sz="quarter" idx="15" hasCustomPrompt="1"/>
          </p:nvPr>
        </p:nvSpPr>
        <p:spPr>
          <a:xfrm>
            <a:off x="4000500" y="265332"/>
            <a:ext cx="7924800" cy="3095837"/>
          </a:xfrm>
          <a:custGeom>
            <a:avLst/>
            <a:gdLst>
              <a:gd name="connsiteX0" fmla="*/ 282309 w 8229600"/>
              <a:gd name="connsiteY0" fmla="*/ 0 h 3095837"/>
              <a:gd name="connsiteX1" fmla="*/ 7947291 w 8229600"/>
              <a:gd name="connsiteY1" fmla="*/ 0 h 3095837"/>
              <a:gd name="connsiteX2" fmla="*/ 8229600 w 8229600"/>
              <a:gd name="connsiteY2" fmla="*/ 282309 h 3095837"/>
              <a:gd name="connsiteX3" fmla="*/ 8229600 w 8229600"/>
              <a:gd name="connsiteY3" fmla="*/ 2813528 h 3095837"/>
              <a:gd name="connsiteX4" fmla="*/ 7947291 w 8229600"/>
              <a:gd name="connsiteY4" fmla="*/ 3095837 h 3095837"/>
              <a:gd name="connsiteX5" fmla="*/ 282309 w 8229600"/>
              <a:gd name="connsiteY5" fmla="*/ 3095837 h 3095837"/>
              <a:gd name="connsiteX6" fmla="*/ 0 w 8229600"/>
              <a:gd name="connsiteY6" fmla="*/ 2813528 h 3095837"/>
              <a:gd name="connsiteX7" fmla="*/ 0 w 8229600"/>
              <a:gd name="connsiteY7" fmla="*/ 282309 h 3095837"/>
              <a:gd name="connsiteX8" fmla="*/ 282309 w 8229600"/>
              <a:gd name="connsiteY8" fmla="*/ 0 h 3095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</a:cxnLst>
            <a:rect l="l" t="t" r="r" b="b"/>
            <a:pathLst>
              <a:path w="8229600" h="3095837">
                <a:moveTo>
                  <a:pt x="282309" y="0"/>
                </a:moveTo>
                <a:lnTo>
                  <a:pt x="7947291" y="0"/>
                </a:lnTo>
                <a:cubicBezTo>
                  <a:pt x="8103206" y="0"/>
                  <a:pt x="8229600" y="126394"/>
                  <a:pt x="8229600" y="282309"/>
                </a:cubicBezTo>
                <a:lnTo>
                  <a:pt x="8229600" y="2813528"/>
                </a:lnTo>
                <a:cubicBezTo>
                  <a:pt x="8229600" y="2969443"/>
                  <a:pt x="8103206" y="3095837"/>
                  <a:pt x="7947291" y="3095837"/>
                </a:cubicBezTo>
                <a:lnTo>
                  <a:pt x="282309" y="3095837"/>
                </a:lnTo>
                <a:cubicBezTo>
                  <a:pt x="126394" y="3095837"/>
                  <a:pt x="0" y="2969443"/>
                  <a:pt x="0" y="2813528"/>
                </a:cubicBezTo>
                <a:lnTo>
                  <a:pt x="0" y="282309"/>
                </a:lnTo>
                <a:cubicBezTo>
                  <a:pt x="0" y="126394"/>
                  <a:pt x="126394" y="0"/>
                  <a:pt x="282309" y="0"/>
                </a:cubicBezTo>
                <a:close/>
              </a:path>
            </a:pathLst>
          </a:custGeom>
          <a:blipFill dpi="0" rotWithShape="1">
            <a:blip r:embed="rId2">
              <a:alphaModFix amt="60000"/>
            </a:blip>
            <a:srcRect/>
            <a:stretch>
              <a:fillRect/>
            </a:stretch>
          </a:blipFill>
        </p:spPr>
        <p:txBody>
          <a:bodyPr wrap="square">
            <a:noAutofit/>
          </a:bodyPr>
          <a:lstStyle>
            <a:lvl1pPr marL="0" indent="0">
              <a:buNone/>
              <a:defRPr/>
            </a:lvl1pPr>
          </a:lstStyle>
          <a:p>
            <a:r>
              <a:rPr lang="en-US" dirty="0"/>
              <a:t> </a:t>
            </a:r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3D15418-1E32-0501-0E66-54FC2DD08E39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914565" y="3543597"/>
            <a:ext cx="8010734" cy="2843531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605282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umber Lar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: Rounded Corners 5">
            <a:extLst>
              <a:ext uri="{FF2B5EF4-FFF2-40B4-BE49-F238E27FC236}">
                <a16:creationId xmlns:a16="http://schemas.microsoft.com/office/drawing/2014/main" id="{0E5778B4-3E3F-C3EF-5322-2ECFF646D0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/>
          <p:nvPr/>
        </p:nvSpPr>
        <p:spPr>
          <a:xfrm>
            <a:off x="1231821" y="760151"/>
            <a:ext cx="9728359" cy="4233673"/>
          </a:xfrm>
          <a:prstGeom prst="roundRect">
            <a:avLst>
              <a:gd name="adj" fmla="val 7502"/>
            </a:avLst>
          </a:prstGeom>
          <a:solidFill>
            <a:schemeClr val="bg2"/>
          </a:solidFill>
          <a:ln w="25400"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0EDE6"/>
              </a:solidFill>
              <a:effectLst/>
              <a:uLnTx/>
              <a:uFillTx/>
              <a:latin typeface="Neue Haas Grotesk Text Pro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32242A1-A384-8CB1-904B-45EEDF23C3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46276" y="5255159"/>
            <a:ext cx="9299448" cy="1025326"/>
          </a:xfrm>
        </p:spPr>
        <p:txBody>
          <a:bodyPr anchor="ctr">
            <a:normAutofit/>
          </a:bodyPr>
          <a:lstStyle>
            <a:lvl1pPr algn="ctr">
              <a:lnSpc>
                <a:spcPct val="90000"/>
              </a:lnSpc>
              <a:defRPr sz="2400" spc="-50" baseline="0">
                <a:solidFill>
                  <a:schemeClr val="tx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76F59BDE-94E7-56D6-3D7F-6145311BA2D8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446276" y="1293091"/>
            <a:ext cx="9299448" cy="3943921"/>
          </a:xfrm>
        </p:spPr>
        <p:txBody>
          <a:bodyPr anchor="ctr">
            <a:normAutofit/>
          </a:bodyPr>
          <a:lstStyle>
            <a:lvl1pPr marL="0" indent="0" algn="ctr">
              <a:lnSpc>
                <a:spcPct val="80000"/>
              </a:lnSpc>
              <a:buNone/>
              <a:defRPr sz="26000" spc="-100" baseline="0">
                <a:solidFill>
                  <a:schemeClr val="tx1"/>
                </a:solidFill>
              </a:defRPr>
            </a:lvl1pPr>
          </a:lstStyle>
          <a:p>
            <a:pPr lvl="0"/>
            <a:r>
              <a:rPr lang="en-US" dirty="0"/>
              <a:t>XX%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D6D72DC-8ED1-FAB8-CD4C-7BDCAEA2C3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4C6FDB9-A3B3-A4DB-D081-D27ECC7043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FBFCFB0-1D5D-C25F-A74C-5CFB9C1950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6022149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Statem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221EB5-8556-FBD7-00D5-D69AC8E7E7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12648" y="-1133856"/>
            <a:ext cx="10652760" cy="9144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3E4E45FF-53F3-89B1-B969-C440DC819EF4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82880" y="173736"/>
            <a:ext cx="10475499" cy="4850651"/>
          </a:xfrm>
        </p:spPr>
        <p:txBody>
          <a:bodyPr anchor="t">
            <a:noAutofit/>
          </a:bodyPr>
          <a:lstStyle>
            <a:lvl1pPr marL="0" indent="0">
              <a:lnSpc>
                <a:spcPct val="90000"/>
              </a:lnSpc>
              <a:buNone/>
              <a:defRPr sz="7600" b="0" cap="none" spc="-50" baseline="0"/>
            </a:lvl1pPr>
            <a:lvl2pPr marL="228600" indent="0">
              <a:lnSpc>
                <a:spcPct val="90000"/>
              </a:lnSpc>
              <a:buNone/>
              <a:defRPr sz="6600" b="0" cap="none" spc="-50" baseline="0"/>
            </a:lvl2pPr>
            <a:lvl3pPr marL="457200" indent="0">
              <a:lnSpc>
                <a:spcPct val="90000"/>
              </a:lnSpc>
              <a:buNone/>
              <a:defRPr sz="6000" b="0" cap="none" spc="-50" baseline="0"/>
            </a:lvl3pPr>
            <a:lvl4pPr marL="685800" indent="0">
              <a:lnSpc>
                <a:spcPct val="90000"/>
              </a:lnSpc>
              <a:buNone/>
              <a:defRPr sz="5400" b="0" cap="none" spc="-50" baseline="0"/>
            </a:lvl4pPr>
            <a:lvl5pPr marL="914400" indent="0">
              <a:lnSpc>
                <a:spcPct val="90000"/>
              </a:lnSpc>
              <a:buNone/>
              <a:defRPr sz="4800" b="0" cap="none" spc="-50" baseline="0"/>
            </a:lvl5pPr>
          </a:lstStyle>
          <a:p>
            <a:pPr lvl="0"/>
            <a:r>
              <a:rPr lang="en-US" dirty="0"/>
              <a:t>Click to edit Statement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D56E87B-2252-4382-E6E7-15A81BCC80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F688C7-1128-9027-65E4-A17BBE7DDDF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C1C6A68-1AC4-7B10-CD66-D67327434E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38278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131542D-3EA5-35E3-406E-8496EA7D404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388784" y="5029200"/>
            <a:ext cx="9198864" cy="713232"/>
          </a:xfrm>
        </p:spPr>
        <p:txBody>
          <a:bodyPr anchor="t">
            <a:normAutofit/>
          </a:bodyPr>
          <a:lstStyle>
            <a:lvl1pPr>
              <a:lnSpc>
                <a:spcPct val="90000"/>
              </a:lnSpc>
              <a:defRPr sz="2000" b="1" spc="-50" baseline="0">
                <a:solidFill>
                  <a:schemeClr val="accent1"/>
                </a:solidFill>
              </a:defRPr>
            </a:lvl1pPr>
          </a:lstStyle>
          <a:p>
            <a:r>
              <a:rPr lang="en-US" dirty="0"/>
              <a:t>Quote Author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1BBD3F2A-2B85-D7B7-24A2-D01A281CD792}"/>
              </a:ext>
            </a:extLst>
          </p:cNvPr>
          <p:cNvSpPr>
            <a:spLocks noGrp="1"/>
          </p:cNvSpPr>
          <p:nvPr>
            <p:ph sz="quarter" idx="13" hasCustomPrompt="1"/>
          </p:nvPr>
        </p:nvSpPr>
        <p:spPr>
          <a:xfrm>
            <a:off x="1388784" y="1115568"/>
            <a:ext cx="9198864" cy="3584448"/>
          </a:xfrm>
        </p:spPr>
        <p:txBody>
          <a:bodyPr anchor="ctr">
            <a:normAutofit/>
          </a:bodyPr>
          <a:lstStyle>
            <a:lvl1pPr marL="137160" indent="-137160">
              <a:lnSpc>
                <a:spcPct val="90000"/>
              </a:lnSpc>
              <a:spcBef>
                <a:spcPts val="0"/>
              </a:spcBef>
              <a:buFont typeface="Arial" panose="020B0604020202020204" pitchFamily="34" charset="0"/>
              <a:buNone/>
              <a:defRPr sz="5000" spc="-50" baseline="0"/>
            </a:lvl1pPr>
          </a:lstStyle>
          <a:p>
            <a:pPr lvl="0"/>
            <a:r>
              <a:rPr lang="en-US" dirty="0"/>
              <a:t>Click to edit Quote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4AFB98B-06E5-997A-53DA-CC0E6A618E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E4CA6F2-8C52-8488-999E-FEF7877BAF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159DD64-9865-92B3-BED2-F770E9763D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371209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F3BB49-A328-F121-7F27-DEB7C3CC2B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1326704" cy="1041564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3">
            <a:extLst>
              <a:ext uri="{FF2B5EF4-FFF2-40B4-BE49-F238E27FC236}">
                <a16:creationId xmlns:a16="http://schemas.microsoft.com/office/drawing/2014/main" id="{12E940BF-81C2-1FFB-391F-670B2E738E5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2880" y="1645920"/>
            <a:ext cx="5420409" cy="4741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12" name="Content Placeholder 3">
            <a:extLst>
              <a:ext uri="{FF2B5EF4-FFF2-40B4-BE49-F238E27FC236}">
                <a16:creationId xmlns:a16="http://schemas.microsoft.com/office/drawing/2014/main" id="{FB763AB3-1DFB-9F9F-2339-33F3C49C8C1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8400" y="1645920"/>
            <a:ext cx="5261184" cy="4741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2BDD5A2-CE3E-3215-6DAA-F75C0D1229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97D0B7E-1A60-DA52-6965-92412B1C2F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1B822F1-284A-1786-FAF2-72129E2FE6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0001433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FEE969-634D-6E32-D227-18E9282C6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1186" y="219456"/>
            <a:ext cx="11274552" cy="78985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1CD26D4-290A-F0ED-7D62-41EDA6FEC2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1185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10" name="Content Placeholder 3">
            <a:extLst>
              <a:ext uri="{FF2B5EF4-FFF2-40B4-BE49-F238E27FC236}">
                <a16:creationId xmlns:a16="http://schemas.microsoft.com/office/drawing/2014/main" id="{D6A39E64-722E-F001-F641-974F5225314A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181631" y="1649451"/>
            <a:ext cx="5212080" cy="4343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6536620-C4F3-EEC3-DBF1-05196B1CBB5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245352" y="1009307"/>
            <a:ext cx="5212080" cy="559834"/>
          </a:xfrm>
        </p:spPr>
        <p:txBody>
          <a:bodyPr anchor="b">
            <a:normAutofit/>
          </a:bodyPr>
          <a:lstStyle>
            <a:lvl1pPr marL="0" indent="0">
              <a:lnSpc>
                <a:spcPct val="90000"/>
              </a:lnSpc>
              <a:buNone/>
              <a:defRPr sz="1600" b="1" cap="all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4B9C0BFD-5C7B-FA0D-DCE8-95D24728FEB0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6245352" y="1649451"/>
            <a:ext cx="5212080" cy="43434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49D76D8-9033-26CF-BF4C-AECCC685C1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E3B3581-658A-8487-F9CB-E79F2BFF27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02A06B8-CC1D-542F-D8EB-7625046B91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8954097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6A9F42-7FF7-F803-C075-BC4968D35E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B968DDD-323F-89A1-84E3-DDBA626D93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89E8268-7232-2944-F1BD-399F9419B5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8FBDC76-671D-1671-DCE2-D5658BD40E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5154145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pt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C4D82-0182-501C-9231-4676768047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AA6C9-A7F3-19F1-D17C-A1D83FAF5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4EBB816-1B94-116F-92D4-6043AE9E0C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1476963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861" y="207228"/>
            <a:ext cx="11001943" cy="1790700"/>
          </a:xfrm>
        </p:spPr>
        <p:txBody>
          <a:bodyPr anchor="t">
            <a:noAutofit/>
          </a:bodyPr>
          <a:lstStyle>
            <a:lvl1pPr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8" name="Content Placeholder 7">
            <a:extLst>
              <a:ext uri="{FF2B5EF4-FFF2-40B4-BE49-F238E27FC236}">
                <a16:creationId xmlns:a16="http://schemas.microsoft.com/office/drawing/2014/main" id="{C7E1FCC9-2D1D-9C6B-8C9A-E3D0A77DBEF0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1022195" y="3264408"/>
            <a:ext cx="10147610" cy="2834640"/>
          </a:xfrm>
        </p:spPr>
        <p:txBody>
          <a:bodyPr vert="horz" lIns="91440" tIns="45720" rIns="91440" bIns="45720" rtlCol="0">
            <a:normAutofit/>
          </a:bodyPr>
          <a:lstStyle>
            <a:lvl1pPr>
              <a:defRPr lang="en-US" dirty="0"/>
            </a:lvl1pPr>
            <a:lvl2pPr>
              <a:defRPr lang="en-US" dirty="0"/>
            </a:lvl2pPr>
            <a:lvl3pPr>
              <a:defRPr lang="en-US" dirty="0"/>
            </a:lvl3pPr>
            <a:lvl4pPr>
              <a:defRPr lang="en-US" dirty="0"/>
            </a:lvl4pPr>
            <a:lvl5pPr>
              <a:defRPr lang="en-US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6370811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clusion 2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7433D9-FD02-59E2-0F81-A0B7201D2D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915580" y="1089247"/>
            <a:ext cx="6360840" cy="2171716"/>
          </a:xfrm>
        </p:spPr>
        <p:txBody>
          <a:bodyPr anchor="b">
            <a:noAutofit/>
          </a:bodyPr>
          <a:lstStyle>
            <a:lvl1pPr algn="ctr">
              <a:defRPr sz="7200"/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053FFEDA-E57B-DF13-2394-A1514E15F85A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3322864" y="3499880"/>
            <a:ext cx="5543550" cy="1771650"/>
          </a:xfrm>
        </p:spPr>
        <p:txBody>
          <a:bodyPr vert="horz" lIns="91440" tIns="45720" rIns="91440" bIns="45720" rtlCol="0">
            <a:normAutofit/>
          </a:bodyPr>
          <a:lstStyle>
            <a:lvl1pPr marL="0" indent="0" algn="ctr">
              <a:buNone/>
              <a:defRPr lang="en-US" sz="1600" dirty="0"/>
            </a:lvl1pPr>
            <a:lvl2pPr marL="228600" indent="0" algn="ctr">
              <a:buNone/>
              <a:defRPr lang="en-US" sz="1600" dirty="0"/>
            </a:lvl2pPr>
            <a:lvl3pPr marL="457200" indent="0" algn="ctr">
              <a:buNone/>
              <a:defRPr lang="en-US" sz="1600" dirty="0"/>
            </a:lvl3pPr>
            <a:lvl4pPr marL="685800" indent="0" algn="ctr">
              <a:buNone/>
              <a:defRPr lang="en-US" sz="1600" dirty="0"/>
            </a:lvl4pPr>
            <a:lvl5pPr marL="914400" indent="0" algn="ctr">
              <a:buNone/>
              <a:defRPr lang="en-US" sz="1600" dirty="0"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17E6B5E-6174-FD5C-41E8-FFC44C650D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B9485D1-E172-8F0A-A425-3097B3ABCF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F72154-F85B-E301-DA57-E314D73159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11991325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475BFB69-9245-EC58-F1DE-FEB625BD33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2880" y="219456"/>
            <a:ext cx="10835640" cy="969264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516AFD5-5144-C460-0CA4-644BC4A93C0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82880" y="1183206"/>
            <a:ext cx="10835640" cy="508867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1B7C8-DA74-800B-EE14-A39E9DB32DE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178704" y="6387128"/>
            <a:ext cx="2703777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US"/>
              <a:t>cindexdecomp - HDS Symposium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95753E-AF8A-7E04-8A1A-205B755A021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10477500" y="6387128"/>
            <a:ext cx="1032084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r>
              <a:rPr lang="en-GB"/>
              <a:t>11</a:t>
            </a:r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AC1647D-0DF0-CA1B-F723-EF7B8F508DB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1509584" y="6387128"/>
            <a:ext cx="457200" cy="33832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750">
                <a:solidFill>
                  <a:schemeClr val="tx1"/>
                </a:solidFill>
              </a:defRPr>
            </a:lvl1pPr>
          </a:lstStyle>
          <a:p>
            <a:fld id="{D06A6669-9878-DF4B-9497-A36B6B68E6E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4570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  <p:sldLayoutId id="2147483679" r:id="rId19"/>
    <p:sldLayoutId id="2147483680" r:id="rId20"/>
    <p:sldLayoutId id="2147483681" r:id="rId21"/>
    <p:sldLayoutId id="2147483682" r:id="rId22"/>
    <p:sldLayoutId id="2147483683" r:id="rId23"/>
    <p:sldLayoutId id="2147483684" r:id="rId24"/>
    <p:sldLayoutId id="2147483685" r:id="rId25"/>
    <p:sldLayoutId id="2147483686" r:id="rId26"/>
    <p:sldLayoutId id="2147483687" r:id="rId27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3000" b="0" kern="1200" spc="-100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85750" indent="-285750" algn="l" defTabSz="914400" rtl="0" eaLnBrk="1" latinLnBrk="0" hangingPunct="1">
        <a:lnSpc>
          <a:spcPct val="120000"/>
        </a:lnSpc>
        <a:spcBef>
          <a:spcPts val="10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2pPr>
      <a:lvl3pPr marL="7429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3pPr>
      <a:lvl4pPr marL="9715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00150" indent="-285750" algn="l" defTabSz="914400" rtl="0" eaLnBrk="1" latinLnBrk="0" hangingPunct="1">
        <a:lnSpc>
          <a:spcPct val="120000"/>
        </a:lnSpc>
        <a:spcBef>
          <a:spcPts val="500"/>
        </a:spcBef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pos="168">
          <p15:clr>
            <a:srgbClr val="F26B43"/>
          </p15:clr>
        </p15:guide>
        <p15:guide id="4" orient="horz" pos="168">
          <p15:clr>
            <a:srgbClr val="F26B43"/>
          </p15:clr>
        </p15:guide>
        <p15:guide id="5" pos="7512">
          <p15:clr>
            <a:srgbClr val="F26B43"/>
          </p15:clr>
        </p15:guide>
        <p15:guide id="6" orient="horz" pos="4152">
          <p15:clr>
            <a:srgbClr val="F26B43"/>
          </p15:clr>
        </p15:guide>
        <p15:guide id="12" pos="4728">
          <p15:clr>
            <a:srgbClr val="F26B43"/>
          </p15:clr>
        </p15:guide>
        <p15:guide id="13" pos="5328">
          <p15:clr>
            <a:srgbClr val="F26B43"/>
          </p15:clr>
        </p15:guide>
        <p15:guide id="26" pos="2952">
          <p15:clr>
            <a:srgbClr val="F26B43"/>
          </p15:clr>
        </p15:guide>
        <p15:guide id="27" pos="3096">
          <p15:clr>
            <a:srgbClr val="F26B43"/>
          </p15:clr>
        </p15:guide>
        <p15:guide id="29" pos="4128">
          <p15:clr>
            <a:srgbClr val="F26B43"/>
          </p15:clr>
        </p15:guide>
        <p15:guide id="30" pos="1392">
          <p15:clr>
            <a:srgbClr val="F26B43"/>
          </p15:clr>
        </p15:guide>
        <p15:guide id="3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2">
            <a:lumMod val="1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2FAE41-D1AE-D183-ECF0-BF8B6CB64AB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018598" y="2892661"/>
            <a:ext cx="8154804" cy="1072678"/>
          </a:xfrm>
        </p:spPr>
        <p:txBody>
          <a:bodyPr/>
          <a:lstStyle/>
          <a:p>
            <a:r>
              <a:rPr lang="en-US">
                <a:latin typeface="JetBrainsMono NF Medium" panose="02000009000000000000" pitchFamily="49" charset="0"/>
                <a:ea typeface="JetBrainsMono NF Medium" panose="02000009000000000000" pitchFamily="49" charset="0"/>
                <a:cs typeface="JetBrainsMono NF Medium" panose="02000009000000000000" pitchFamily="49" charset="0"/>
              </a:rPr>
              <a:t>Check your C-index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3ADB2513-10B2-3BA0-586B-8C7DA00968B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110715" y="5066758"/>
            <a:ext cx="5970570" cy="1072678"/>
          </a:xfrm>
        </p:spPr>
        <p:txBody>
          <a:bodyPr/>
          <a:lstStyle/>
          <a:p>
            <a:r>
              <a:rPr lang="en-US"/>
              <a:t>Malik J. Lainsbury</a:t>
            </a:r>
          </a:p>
          <a:p>
            <a:r>
              <a:rPr lang="en-US"/>
              <a:t>University of Cambridge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349F49DB-1828-41FC-7F5E-5A01105F4567}"/>
              </a:ext>
            </a:extLst>
          </p:cNvPr>
          <p:cNvSpPr txBox="1"/>
          <p:nvPr/>
        </p:nvSpPr>
        <p:spPr>
          <a:xfrm>
            <a:off x="1791730" y="3939924"/>
            <a:ext cx="932935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/>
              <a:t>A presentation of Cindexdecomp, an R package that allows you to look into your score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0E36594-CBD2-2D91-EB2F-BB8A828C9F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178704" y="6387128"/>
            <a:ext cx="2703777" cy="360000"/>
          </a:xfrm>
        </p:spPr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65373D6-B682-BEA5-1772-A556CD0970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4755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2EDF83-F02C-85CB-E6DB-BCE7592C05E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F5B755C-D425-D6D5-61AE-CFBE1F8B000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DF01E-BD92-BB43-1497-E438357242B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cindexdecomp - HDS Symposium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F879D27-A975-6701-C41C-20530DB6B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06A6669-9878-DF4B-9497-A36B6B68E6E7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9982105"/>
      </p:ext>
    </p:extLst>
  </p:cSld>
  <p:clrMapOvr>
    <a:masterClrMapping/>
  </p:clrMapOvr>
</p:sld>
</file>

<file path=ppt/theme/theme1.xml><?xml version="1.0" encoding="utf-8"?>
<a:theme xmlns:a="http://schemas.openxmlformats.org/drawingml/2006/main" name="Dune">
  <a:themeElements>
    <a:clrScheme name="Dune">
      <a:dk1>
        <a:srgbClr val="131313"/>
      </a:dk1>
      <a:lt1>
        <a:sysClr val="window" lastClr="FFFFFF"/>
      </a:lt1>
      <a:dk2>
        <a:srgbClr val="272D2B"/>
      </a:dk2>
      <a:lt2>
        <a:srgbClr val="F0EDE6"/>
      </a:lt2>
      <a:accent1>
        <a:srgbClr val="647E6B"/>
      </a:accent1>
      <a:accent2>
        <a:srgbClr val="476262"/>
      </a:accent2>
      <a:accent3>
        <a:srgbClr val="9B8C69"/>
      </a:accent3>
      <a:accent4>
        <a:srgbClr val="BA988C"/>
      </a:accent4>
      <a:accent5>
        <a:srgbClr val="A27C7C"/>
      </a:accent5>
      <a:accent6>
        <a:srgbClr val="79958B"/>
      </a:accent6>
      <a:hlink>
        <a:srgbClr val="476262"/>
      </a:hlink>
      <a:folHlink>
        <a:srgbClr val="A27C7C"/>
      </a:folHlink>
    </a:clrScheme>
    <a:fontScheme name="Neue Haas">
      <a:majorFont>
        <a:latin typeface="Neue Haas Grotesk Text Pro"/>
        <a:ea typeface=""/>
        <a:cs typeface=""/>
      </a:majorFont>
      <a:minorFont>
        <a:latin typeface="Neue Haas Grotesk Text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une" id="{7A434096-21D7-44B8-8536-5670F4990977}" vid="{9E2B180D-3A1B-4983-B64A-9C133C18DC91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Dune</Template>
  <TotalTime>17</TotalTime>
  <Words>36</Words>
  <Application>Microsoft Macintosh PowerPoint</Application>
  <PresentationFormat>Widescreen</PresentationFormat>
  <Paragraphs>8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7" baseType="lpstr">
      <vt:lpstr>Aptos</vt:lpstr>
      <vt:lpstr>Arial</vt:lpstr>
      <vt:lpstr>JetBrainsMono NF Medium</vt:lpstr>
      <vt:lpstr>Neue Haas Grotesk Text Pro</vt:lpstr>
      <vt:lpstr>Dune</vt:lpstr>
      <vt:lpstr>Check your C-index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Malik Lainsbury</dc:creator>
  <cp:lastModifiedBy>Malik Lainsbury</cp:lastModifiedBy>
  <cp:revision>1</cp:revision>
  <dcterms:created xsi:type="dcterms:W3CDTF">2026-09-18T12:41:00Z</dcterms:created>
  <dcterms:modified xsi:type="dcterms:W3CDTF">2026-09-18T12:58:29Z</dcterms:modified>
</cp:coreProperties>
</file>